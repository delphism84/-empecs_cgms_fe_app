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96" r:id="rId3"/>
    <p:sldId id="299" r:id="rId4"/>
    <p:sldId id="303" r:id="rId5"/>
    <p:sldId id="300" r:id="rId6"/>
    <p:sldId id="304" r:id="rId7"/>
    <p:sldId id="302" r:id="rId8"/>
    <p:sldId id="305" r:id="rId9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B177"/>
    <a:srgbClr val="D1E0DB"/>
    <a:srgbClr val="D3E2DD"/>
    <a:srgbClr val="DD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981" autoAdjust="0"/>
  </p:normalViewPr>
  <p:slideViewPr>
    <p:cSldViewPr snapToGrid="0">
      <p:cViewPr>
        <p:scale>
          <a:sx n="100" d="100"/>
          <a:sy n="100" d="100"/>
        </p:scale>
        <p:origin x="99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9E0D3-EB83-4823-A7F8-E76DD9CBB93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38A2D-625D-4835-AD15-348426E840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7ABD6-86B9-DA14-DDE8-3F3A6D25A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5B4FE5-F6FB-A5D2-809A-4B48F2D5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BFFE8-0809-46CB-2859-ED06EC51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26792-A6FC-A2F8-7ECD-9958D43F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E1608-172C-FD9A-1789-D69A399A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74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0EE23-0F55-A73A-D259-64A24644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05D004-9945-4ABC-A0C5-B4EBACF0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63991-17EE-322E-7EA2-0256F528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8FCBE-A5C4-2F34-08C0-EF4733C5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E91E2-A214-1B0E-2AFA-EFE03A35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41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B2525-3BF6-8ABE-1597-2AE4A45C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C9958-D103-AE34-EF67-FC2B01F00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6426D-B751-5537-B76C-228554CF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2EE3C-E6B3-C462-CBB5-C7F26F17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DC967-E54A-E1CB-04D2-86658D34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42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3A7C9-B50C-C4BC-E8D1-B292ADEF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FCD03-5FE5-7563-F032-A4FD86127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719155-C2AB-5EE2-E702-420D75B2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BABFE7-810D-2FCD-D813-FC2602EF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E07D0D-29E5-D985-1600-B583FAB7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D4D61-A2FA-C61C-D1A5-0481B90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85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110EC-58A8-92D8-2287-AF6E22FF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DF270-9112-7F04-D6AA-58DAE4EB6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F433F5-3A81-C509-AA50-23E773C9C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00D0DB-948D-0FC1-15CC-4C01EB9AB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49EE57-1CCA-85ED-8627-C377E03F4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1D4AE-4FE6-8B5D-36BB-1D683E13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C69628-D7A7-44FC-ADB9-B48940AC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AEFB4E-35B9-AE47-F06E-AE71D695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BF3D4-B794-6E34-01DC-3CA7AF34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643D8C-9950-A1EB-F159-9B005110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D3B0CD-E436-88B8-DB84-46FB6A13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E00B6-6853-3020-67D9-015BC7AD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49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81D3C5-795B-4934-FEED-C263E7D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FAF741-BC95-8E61-439F-982282D6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6F047-672A-7591-0537-32E786BF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97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39764-D990-533B-BAD9-D06948AD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C413E-CD15-9937-C331-D7D5DA43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D5E4DB-890E-E59D-C7A5-02C2F8EC8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52C13-A530-9FBC-E324-306D966E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EF5B0-DAB2-F85E-E185-37616E3E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F75E3-B8C2-3DA1-7AB7-8C39619C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000EE-BE0F-3EB0-290A-C6221189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784660-E0E4-2E72-0115-B94182663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C96135-5178-2F50-1E21-354ABF5A5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D8B96-2A82-3BDB-F72F-577FC9CF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171CB1-5F60-53F9-55F8-36B58527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3BEB32-D483-16AF-449A-433CF206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92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D1833-5C46-AB2D-4DA0-98FBA473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FFDD2C-0E86-B9ED-0356-9BE273A7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6D0EF-F464-6C52-556C-18D05DBC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D464-76F6-55C9-F01B-CF02B71D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8FC67-E981-6185-E2BE-53CA9AC2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6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3AF4CA-CF71-A4CC-6955-A46AD2FCE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8F3A8C-BC26-A465-CA58-0FE80CB1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37EDE-D889-64A2-619E-0D84A199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FA614-D181-9495-7084-8A7433DC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C9D1F-7754-4711-E178-4944238C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2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0A1B23-C206-FC02-977C-2AC5A6B9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F7C92-A806-87C2-153D-C22C233B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A5B28-8431-1C1B-3947-6967096B5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473B7-078F-4544-BB3A-A28450A26295}" type="datetimeFigureOut">
              <a:rPr lang="ko-KR" altLang="en-US" smtClean="0"/>
              <a:pPr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BE239-5908-8C07-E81D-0A2466BCD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E0245-FC68-5B17-DF43-8B923516E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1D607-A749-4879-8BBF-8F12E0B6F3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66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0F8BE-D473-A7A6-5937-8A620CB760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Medisign</a:t>
            </a:r>
            <a:r>
              <a:rPr lang="en-US" altLang="ko-KR" sz="4000" dirty="0"/>
              <a:t> CG21 </a:t>
            </a:r>
            <a:r>
              <a:rPr lang="ko-KR" altLang="en-US" sz="4000" dirty="0"/>
              <a:t>어플 검수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B73EF2-6865-DBC2-C557-EC6EC499AC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개발기간 </a:t>
            </a:r>
            <a:r>
              <a:rPr lang="en-US" altLang="ko-KR" dirty="0"/>
              <a:t>25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12</a:t>
            </a:r>
            <a:r>
              <a:rPr lang="ko-KR" altLang="en-US" dirty="0"/>
              <a:t>일</a:t>
            </a:r>
            <a:r>
              <a:rPr lang="en-US" altLang="ko-KR" dirty="0"/>
              <a:t>~ 26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 </a:t>
            </a:r>
            <a:r>
              <a:rPr lang="en-US" altLang="ko-KR" dirty="0"/>
              <a:t>8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5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98037-CA19-9837-CC8A-0ED41DB2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82932-3623-5A9B-743F-BC7C489EFFA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3CEC7-C7E7-38D9-25D3-3719084AE488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1-1. </a:t>
            </a:r>
            <a:r>
              <a:rPr lang="ko-KR" altLang="en-US" sz="1400" b="1" dirty="0"/>
              <a:t>사운드 알람 </a:t>
            </a:r>
            <a:r>
              <a:rPr lang="ko-KR" altLang="en-US" sz="1400" b="1" dirty="0" err="1"/>
              <a:t>미동작</a:t>
            </a:r>
            <a:r>
              <a:rPr lang="ko-KR" altLang="en-US" sz="1400" b="1" dirty="0"/>
              <a:t> 문제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734A2-8D83-4359-F0AA-E09143CD86ED}"/>
              </a:ext>
            </a:extLst>
          </p:cNvPr>
          <p:cNvSpPr txBox="1"/>
          <p:nvPr/>
        </p:nvSpPr>
        <p:spPr>
          <a:xfrm>
            <a:off x="551905" y="1280963"/>
            <a:ext cx="10956471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Very Low, Low, High, Rapid Change, Signal Loss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알람 발생 시 사운드 알람이 동작하지 않습니다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Method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설정 값이 저장 후에도 반영되지 않는 것으로 추정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1F948-0EB4-072E-0F9D-4525997BEF42}"/>
              </a:ext>
            </a:extLst>
          </p:cNvPr>
          <p:cNvSpPr txBox="1"/>
          <p:nvPr/>
        </p:nvSpPr>
        <p:spPr>
          <a:xfrm>
            <a:off x="309708" y="2132653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Signal Loss </a:t>
            </a:r>
            <a:r>
              <a:rPr lang="ko-KR" altLang="en-US" sz="1400" b="1" dirty="0"/>
              <a:t>알람 주기 </a:t>
            </a:r>
            <a:r>
              <a:rPr lang="ko-KR" altLang="en-US" sz="1400" b="1" dirty="0" err="1"/>
              <a:t>미반영</a:t>
            </a:r>
            <a:r>
              <a:rPr lang="ko-KR" altLang="en-US" sz="1400" b="1" dirty="0"/>
              <a:t> 문제</a:t>
            </a:r>
            <a:endParaRPr lang="en-US" altLang="ko-KR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EA7B5-96DC-CFBC-051A-3EE8C2FE76F1}"/>
              </a:ext>
            </a:extLst>
          </p:cNvPr>
          <p:cNvSpPr txBox="1"/>
          <p:nvPr/>
        </p:nvSpPr>
        <p:spPr>
          <a:xfrm>
            <a:off x="551905" y="2507419"/>
            <a:ext cx="11100162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Signal Loss Repeat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설정에서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1min, 5min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등으로 알람 주기를 변경 후 저장해도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알람이 최초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회만 발생하고 이후에는 반복되지 않습니다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알람 주기 설정 값이 정상적으로 적용되지 않는 것으로 추정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ABA43-37A9-A03A-B32C-0E7046D6B83F}"/>
              </a:ext>
            </a:extLst>
          </p:cNvPr>
          <p:cNvSpPr txBox="1"/>
          <p:nvPr/>
        </p:nvSpPr>
        <p:spPr>
          <a:xfrm>
            <a:off x="309707" y="3453855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1-3. Quiet hours </a:t>
            </a:r>
            <a:r>
              <a:rPr lang="ko-KR" altLang="en-US" sz="1400" b="1" dirty="0"/>
              <a:t>시간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저장 후 앱 동작 간 문제</a:t>
            </a:r>
            <a:endParaRPr lang="en-US" altLang="ko-KR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1BBED8-1DFD-7A39-C4C7-E2B2625956F5}"/>
              </a:ext>
            </a:extLst>
          </p:cNvPr>
          <p:cNvSpPr txBox="1"/>
          <p:nvPr/>
        </p:nvSpPr>
        <p:spPr>
          <a:xfrm>
            <a:off x="551905" y="3949319"/>
            <a:ext cx="11100162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Signal Loss Quiet Hours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시간을 설정 후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해당 시간이 되었을 때 센서 신호가 끊기면 앱이 종료되며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다시 실행 시 로그인 화면으로 이동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</a:tabLst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Quiet Hours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설정하여도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종료되는 현상이 발생되어서는 안됨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C2A20-E92A-FA60-D0F8-69A49D733DE5}"/>
              </a:ext>
            </a:extLst>
          </p:cNvPr>
          <p:cNvSpPr txBox="1"/>
          <p:nvPr/>
        </p:nvSpPr>
        <p:spPr>
          <a:xfrm>
            <a:off x="309707" y="4936792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1-4. Lock screen banner </a:t>
            </a:r>
            <a:r>
              <a:rPr lang="ko-KR" altLang="en-US" sz="1400" b="1" dirty="0"/>
              <a:t>표시 형식 수정 요청</a:t>
            </a:r>
            <a:endParaRPr lang="en-US" altLang="ko-KR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2C23D1-0A26-0C4A-B3EA-73342016EC0C}"/>
              </a:ext>
            </a:extLst>
          </p:cNvPr>
          <p:cNvSpPr txBox="1"/>
          <p:nvPr/>
        </p:nvSpPr>
        <p:spPr>
          <a:xfrm>
            <a:off x="551905" y="5390786"/>
            <a:ext cx="10528661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 제안된 형태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혈당 변화 화살표 </a:t>
            </a:r>
            <a:r>
              <a:rPr lang="en-US" altLang="ko-KR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최신 혈당 값 동시 표시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 구현 상태</a:t>
            </a:r>
            <a:r>
              <a:rPr lang="en-US" altLang="ko-KR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“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Last Reading”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알림 형식으로만 표시됨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35965" indent="-285750" latinLnBrk="1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678815" algn="l"/>
                <a:tab pos="914400" algn="l"/>
              </a:tabLst>
            </a:pPr>
            <a:r>
              <a:rPr lang="ko-KR" altLang="en-US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</a:t>
            </a:r>
            <a:r>
              <a:rPr lang="en-US" altLang="ko-KR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이전 제안된 형식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혈당 값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변화 방향 화살표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수정 필요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82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FC22-57E0-0E3A-FB40-0D82DBE6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82ACF-1665-A135-09DB-D30667232F3A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3E1CC-4683-8100-38ED-B443730E2097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1-5. </a:t>
            </a:r>
            <a:r>
              <a:rPr lang="ko-KR" altLang="en-US" sz="1400" b="1" dirty="0"/>
              <a:t>언어 변경 기능 동작 확인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1A7A2-246B-21FE-882A-6FAF157A2DFA}"/>
              </a:ext>
            </a:extLst>
          </p:cNvPr>
          <p:cNvSpPr txBox="1"/>
          <p:nvPr/>
        </p:nvSpPr>
        <p:spPr>
          <a:xfrm>
            <a:off x="551904" y="1280963"/>
            <a:ext cx="8918665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현재 </a:t>
            </a:r>
            <a:r>
              <a:rPr lang="en-US" altLang="ko-KR" sz="1400" dirty="0"/>
              <a:t>Language </a:t>
            </a:r>
            <a:r>
              <a:rPr lang="ko-KR" altLang="en-US" sz="1400" dirty="0"/>
              <a:t>설정은 영어로 고정되어 있으며 변경이 불가능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우선적으로 </a:t>
            </a:r>
            <a:r>
              <a:rPr lang="ko-KR" altLang="en-US" sz="1400" b="1" dirty="0"/>
              <a:t>한국어 선택 기능</a:t>
            </a:r>
            <a:r>
              <a:rPr lang="ko-KR" altLang="en-US" sz="1400" dirty="0"/>
              <a:t>을 추가하여 언어 변경 기능이 정상 동작하는지 확인이 필요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4E120-99D0-45A6-3D19-031FBAC96607}"/>
              </a:ext>
            </a:extLst>
          </p:cNvPr>
          <p:cNvSpPr txBox="1"/>
          <p:nvPr/>
        </p:nvSpPr>
        <p:spPr>
          <a:xfrm>
            <a:off x="309708" y="2132653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1-6. </a:t>
            </a:r>
            <a:r>
              <a:rPr lang="ko-KR" altLang="en-US" sz="1400" b="1" dirty="0"/>
              <a:t>사용기간이 지난 후</a:t>
            </a:r>
            <a:r>
              <a:rPr lang="en-US" altLang="ko-KR" sz="1400" b="1" dirty="0"/>
              <a:t>(15</a:t>
            </a:r>
            <a:r>
              <a:rPr lang="ko-KR" altLang="en-US" sz="1400" b="1" dirty="0"/>
              <a:t>일</a:t>
            </a:r>
            <a:r>
              <a:rPr lang="en-US" altLang="ko-KR" sz="1400" b="1" dirty="0"/>
              <a:t>) App</a:t>
            </a:r>
            <a:r>
              <a:rPr lang="ko-KR" altLang="en-US" sz="1400" b="1" dirty="0"/>
              <a:t>에서 자체적으로 센서와의 연결을 해제하는 기능 추가</a:t>
            </a:r>
            <a:endParaRPr lang="en-US" altLang="ko-KR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91AC2-26DA-EC4B-2C40-0D11A10C36A8}"/>
              </a:ext>
            </a:extLst>
          </p:cNvPr>
          <p:cNvSpPr txBox="1"/>
          <p:nvPr/>
        </p:nvSpPr>
        <p:spPr>
          <a:xfrm>
            <a:off x="551904" y="2507419"/>
            <a:ext cx="11361421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15</a:t>
            </a:r>
            <a:r>
              <a:rPr lang="ko-KR" altLang="en-US" sz="1400" dirty="0"/>
              <a:t>일이 지나면 </a:t>
            </a:r>
            <a:r>
              <a:rPr lang="en-US" altLang="ko-KR" sz="1400" dirty="0"/>
              <a:t>App</a:t>
            </a:r>
            <a:r>
              <a:rPr lang="ko-KR" altLang="en-US" sz="1400" dirty="0"/>
              <a:t>의 화면에서 </a:t>
            </a:r>
            <a:r>
              <a:rPr lang="en-US" altLang="ko-KR" sz="1400" dirty="0"/>
              <a:t>[</a:t>
            </a:r>
            <a:r>
              <a:rPr lang="ko-KR" altLang="en-US" sz="1400" dirty="0"/>
              <a:t>사용기간이 만료되었습니다</a:t>
            </a:r>
            <a:r>
              <a:rPr lang="en-US" altLang="ko-KR" sz="1400" dirty="0"/>
              <a:t>, </a:t>
            </a:r>
            <a:r>
              <a:rPr lang="ko-KR" altLang="en-US" sz="1400" dirty="0"/>
              <a:t>새로운 센서를 연결하세요</a:t>
            </a:r>
            <a:r>
              <a:rPr lang="en-US" altLang="ko-KR" sz="1400" dirty="0"/>
              <a:t>]</a:t>
            </a:r>
            <a:r>
              <a:rPr lang="ko-KR" altLang="en-US" sz="1400" dirty="0"/>
              <a:t>와 같은 안내와 센서 제거 방법을 보여주며</a:t>
            </a:r>
            <a:r>
              <a:rPr lang="en-US" altLang="ko-KR" sz="1400" dirty="0"/>
              <a:t>,</a:t>
            </a:r>
            <a:r>
              <a:rPr lang="ko-KR" altLang="en-US" sz="1400" dirty="0"/>
              <a:t> 신규 센서를 연결하는 화면으로 이동하는 버튼을 표시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   신규 센서를 연결하는 화면에서는 이전 </a:t>
            </a:r>
            <a:r>
              <a:rPr lang="en-US" altLang="ko-KR" sz="1400" b="1" dirty="0"/>
              <a:t>[SC_01_01 Scan &amp; Connect]</a:t>
            </a:r>
            <a:r>
              <a:rPr lang="ko-KR" altLang="en-US" sz="1400" b="1" dirty="0"/>
              <a:t>의 동작과 동일하게 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   센서 부착 가이드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Scan QR Code </a:t>
            </a:r>
            <a:r>
              <a:rPr lang="ko-KR" altLang="en-US" sz="1400" b="1" dirty="0"/>
              <a:t>버튼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QR Sensor Scan, Save &amp; Sync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en-US" altLang="ko-KR" sz="1400" b="1" dirty="0"/>
              <a:t>BT </a:t>
            </a:r>
            <a:r>
              <a:rPr lang="ko-KR" altLang="en-US" sz="1400" b="1" dirty="0"/>
              <a:t>연결 화면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en-US" altLang="ko-KR" sz="1400" b="1" dirty="0"/>
              <a:t>Warm-Up(30</a:t>
            </a:r>
            <a:r>
              <a:rPr lang="ko-KR" altLang="en-US" sz="1400" b="1" dirty="0"/>
              <a:t>분</a:t>
            </a:r>
            <a:r>
              <a:rPr lang="en-US" altLang="ko-KR" sz="1400" b="1" dirty="0"/>
              <a:t>)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메인 화면</a:t>
            </a:r>
            <a:r>
              <a:rPr lang="ko-KR" altLang="en-US" sz="1400" dirty="0"/>
              <a:t>의 순서  로 동작합니다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2553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90D4-D7A3-0B2A-4B08-2EFDC400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1D959A-0706-5598-0B65-DC06A8FE5A5F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App </a:t>
            </a:r>
            <a:r>
              <a:rPr lang="ko-KR" altLang="en-US" b="1" dirty="0"/>
              <a:t>동작관련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3E6A5-B0A8-29D6-52C4-F34EF13CF93C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1-7. </a:t>
            </a:r>
            <a:r>
              <a:rPr lang="ko-KR" altLang="en-US" sz="1400" b="1" dirty="0"/>
              <a:t>센서 연결 관련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4C56C-FD59-23EF-A0A0-2AFD5DE69E6F}"/>
              </a:ext>
            </a:extLst>
          </p:cNvPr>
          <p:cNvSpPr txBox="1"/>
          <p:nvPr/>
        </p:nvSpPr>
        <p:spPr>
          <a:xfrm>
            <a:off x="551903" y="1280963"/>
            <a:ext cx="11269309" cy="522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문제 사항 </a:t>
            </a:r>
            <a:r>
              <a:rPr lang="en-US" altLang="ko-KR" sz="1400" b="1" dirty="0"/>
              <a:t>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App</a:t>
            </a:r>
            <a:r>
              <a:rPr lang="ko-KR" altLang="en-US" sz="1400" dirty="0"/>
              <a:t>을 처음 다운로드 받은 후 기본 값인 </a:t>
            </a:r>
            <a:r>
              <a:rPr lang="en-US" altLang="ko-KR" sz="1400" dirty="0"/>
              <a:t>empecs</a:t>
            </a:r>
            <a:r>
              <a:rPr lang="ko-KR" altLang="en-US" sz="1400" dirty="0"/>
              <a:t>로 로그인을 진행</a:t>
            </a:r>
            <a:r>
              <a:rPr lang="en-US" altLang="ko-KR" sz="1400" dirty="0"/>
              <a:t>, QR </a:t>
            </a:r>
            <a:r>
              <a:rPr lang="ko-KR" altLang="en-US" sz="1400" dirty="0"/>
              <a:t>스캔을 진행한 후 센서 측정값을 받는 테스트를 진행  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(4</a:t>
            </a:r>
            <a:r>
              <a:rPr lang="ko-KR" altLang="en-US" sz="1400" dirty="0"/>
              <a:t>월 </a:t>
            </a:r>
            <a:r>
              <a:rPr lang="en-US" altLang="ko-KR" sz="1400" dirty="0"/>
              <a:t>3</a:t>
            </a:r>
            <a:r>
              <a:rPr lang="ko-KR" altLang="en-US" sz="1400" dirty="0"/>
              <a:t>일 시리얼 번호</a:t>
            </a:r>
            <a:r>
              <a:rPr lang="en-US" altLang="ko-KR" sz="1400" dirty="0"/>
              <a:t> C21ZS00103)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테스트를 진행 한 후 </a:t>
            </a:r>
            <a:r>
              <a:rPr lang="en-US" altLang="ko-KR" sz="1400" dirty="0"/>
              <a:t>empecs</a:t>
            </a:r>
            <a:r>
              <a:rPr lang="ko-KR" altLang="en-US" sz="1400" dirty="0"/>
              <a:t>에서 로그아웃을 진행 한 후 맥 주소는 동일</a:t>
            </a:r>
            <a:r>
              <a:rPr lang="en-US" altLang="ko-KR" sz="1400" dirty="0"/>
              <a:t>, </a:t>
            </a:r>
            <a:r>
              <a:rPr lang="ko-KR" altLang="en-US" sz="1400" dirty="0"/>
              <a:t>시리얼 번호만 변경 된 </a:t>
            </a:r>
            <a:r>
              <a:rPr lang="en-US" altLang="ko-KR" sz="1400" dirty="0"/>
              <a:t>QR </a:t>
            </a:r>
            <a:r>
              <a:rPr lang="ko-KR" altLang="en-US" sz="1400" dirty="0"/>
              <a:t>코드를 생성하고 스캔을 한 뒤 센서 연결 </a:t>
            </a:r>
            <a:r>
              <a:rPr lang="en-US" altLang="ko-KR" sz="1400" dirty="0"/>
              <a:t>(4</a:t>
            </a:r>
            <a:r>
              <a:rPr lang="ko-KR" altLang="en-US" sz="1400" dirty="0"/>
              <a:t>월 </a:t>
            </a:r>
            <a:r>
              <a:rPr lang="en-US" altLang="ko-KR" sz="1400" dirty="0"/>
              <a:t>7</a:t>
            </a:r>
            <a:r>
              <a:rPr lang="ko-KR" altLang="en-US" sz="1400" dirty="0"/>
              <a:t>일 시리얼 번호 </a:t>
            </a:r>
            <a:r>
              <a:rPr lang="en-US" altLang="ko-KR" sz="1400" dirty="0"/>
              <a:t>C21ZS00105)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게스트 모드에서 </a:t>
            </a:r>
            <a:r>
              <a:rPr lang="en-US" altLang="ko-KR" sz="1400" dirty="0"/>
              <a:t>4</a:t>
            </a:r>
            <a:r>
              <a:rPr lang="ko-KR" altLang="en-US" sz="1400" dirty="0"/>
              <a:t>월 </a:t>
            </a:r>
            <a:r>
              <a:rPr lang="en-US" altLang="ko-KR" sz="1400" dirty="0"/>
              <a:t>7</a:t>
            </a:r>
            <a:r>
              <a:rPr lang="ko-KR" altLang="en-US" sz="1400" dirty="0"/>
              <a:t>일에 시리얼 번호를 바꾼 </a:t>
            </a:r>
            <a:r>
              <a:rPr lang="en-US" altLang="ko-KR" sz="1400" dirty="0"/>
              <a:t>QR</a:t>
            </a:r>
            <a:r>
              <a:rPr lang="ko-KR" altLang="en-US" sz="1400" dirty="0"/>
              <a:t>을 </a:t>
            </a:r>
            <a:r>
              <a:rPr lang="en-US" altLang="ko-KR" sz="1400" dirty="0"/>
              <a:t>(</a:t>
            </a:r>
            <a:r>
              <a:rPr lang="ko-KR" altLang="en-US" sz="1400" dirty="0"/>
              <a:t>맥 주소는 동일</a:t>
            </a:r>
            <a:r>
              <a:rPr lang="en-US" altLang="ko-KR" sz="1400" dirty="0"/>
              <a:t>)</a:t>
            </a:r>
            <a:r>
              <a:rPr lang="ko-KR" altLang="en-US" sz="1400" dirty="0"/>
              <a:t> 스캔을 하였지만 </a:t>
            </a:r>
            <a:r>
              <a:rPr lang="en-US" altLang="ko-KR" sz="1400" dirty="0"/>
              <a:t>Start Time</a:t>
            </a:r>
            <a:r>
              <a:rPr lang="ko-KR" altLang="en-US" sz="1400" dirty="0"/>
              <a:t>에는 </a:t>
            </a:r>
            <a:r>
              <a:rPr lang="en-US" altLang="ko-KR" sz="1400" dirty="0"/>
              <a:t>4</a:t>
            </a:r>
            <a:r>
              <a:rPr lang="ko-KR" altLang="en-US" sz="1400" dirty="0"/>
              <a:t>월 </a:t>
            </a:r>
            <a:r>
              <a:rPr lang="en-US" altLang="ko-KR" sz="1400" dirty="0"/>
              <a:t>3</a:t>
            </a:r>
            <a:r>
              <a:rPr lang="ko-KR" altLang="en-US" sz="1400" dirty="0"/>
              <a:t>일에 시작한 것으로 표시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남은 사용일자도 </a:t>
            </a:r>
            <a:r>
              <a:rPr lang="en-US" altLang="ko-KR" sz="1400" dirty="0"/>
              <a:t>4</a:t>
            </a:r>
            <a:r>
              <a:rPr lang="ko-KR" altLang="en-US" sz="1400" dirty="0"/>
              <a:t>월 </a:t>
            </a:r>
            <a:r>
              <a:rPr lang="en-US" altLang="ko-KR" sz="1400" dirty="0"/>
              <a:t>3</a:t>
            </a:r>
            <a:r>
              <a:rPr lang="ko-KR" altLang="en-US" sz="1400" dirty="0"/>
              <a:t>일에 시작되어 </a:t>
            </a:r>
            <a:r>
              <a:rPr lang="en-US" altLang="ko-KR" sz="1400" dirty="0"/>
              <a:t>10</a:t>
            </a:r>
            <a:r>
              <a:rPr lang="ko-KR" altLang="en-US" sz="1400" dirty="0"/>
              <a:t>일이 남은 것으로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문제 사항 </a:t>
            </a:r>
            <a:r>
              <a:rPr lang="en-US" altLang="ko-KR" sz="1400" b="1" dirty="0"/>
              <a:t>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인터넷을 끊은 후 </a:t>
            </a:r>
            <a:r>
              <a:rPr lang="en-US" altLang="ko-KR" sz="1400" dirty="0"/>
              <a:t>CREATE ACCOUNT</a:t>
            </a:r>
            <a:r>
              <a:rPr lang="ko-KR" altLang="en-US" sz="1400" dirty="0"/>
              <a:t>를 진행</a:t>
            </a:r>
            <a:r>
              <a:rPr lang="en-US" altLang="ko-KR" sz="1400" dirty="0"/>
              <a:t>, </a:t>
            </a:r>
            <a:r>
              <a:rPr lang="ko-KR" altLang="en-US" sz="1400" dirty="0"/>
              <a:t>신규 이메일로 가입 후 로그인을 진행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로그인 후 메인 화면 진입 시 </a:t>
            </a:r>
            <a:r>
              <a:rPr lang="en-US" altLang="ko-KR" sz="1400" dirty="0"/>
              <a:t>4</a:t>
            </a:r>
            <a:r>
              <a:rPr lang="ko-KR" altLang="en-US" sz="1400" dirty="0"/>
              <a:t>월 </a:t>
            </a:r>
            <a:r>
              <a:rPr lang="en-US" altLang="ko-KR" sz="1400" dirty="0"/>
              <a:t>7</a:t>
            </a:r>
            <a:r>
              <a:rPr lang="ko-KR" altLang="en-US" sz="1400" dirty="0"/>
              <a:t>일에 측정한 측정 값이 표시되어 있음 </a:t>
            </a:r>
            <a:r>
              <a:rPr lang="en-US" altLang="ko-KR" sz="1400" dirty="0"/>
              <a:t>(Last Update 04/07 11:35</a:t>
            </a:r>
            <a:r>
              <a:rPr lang="ko-KR" altLang="en-US" sz="1400" dirty="0"/>
              <a:t> 표시</a:t>
            </a:r>
            <a:r>
              <a:rPr lang="en-US" altLang="ko-KR" sz="1400" dirty="0"/>
              <a:t>), Start Time, </a:t>
            </a:r>
            <a:r>
              <a:rPr lang="ko-KR" altLang="en-US" sz="1400" dirty="0"/>
              <a:t>남은 사용일자 모두 이전 스캔 기록을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문제 사항 </a:t>
            </a:r>
            <a:r>
              <a:rPr lang="en-US" altLang="ko-KR" sz="1400" b="1" dirty="0"/>
              <a:t>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SC_01_01</a:t>
            </a:r>
            <a:r>
              <a:rPr lang="ko-KR" altLang="en-US" sz="1400" dirty="0"/>
              <a:t> </a:t>
            </a:r>
            <a:r>
              <a:rPr lang="en-US" altLang="ko-KR" sz="1400" dirty="0"/>
              <a:t>Scan &amp; Connect</a:t>
            </a:r>
            <a:r>
              <a:rPr lang="ko-KR" altLang="en-US" sz="1400" dirty="0"/>
              <a:t> 상에서 </a:t>
            </a:r>
            <a:r>
              <a:rPr lang="en-US" altLang="ko-KR" sz="1400" dirty="0"/>
              <a:t>Disconnect</a:t>
            </a:r>
            <a:r>
              <a:rPr lang="ko-KR" altLang="en-US" sz="1400" dirty="0"/>
              <a:t>를 한 후에도 반복적으로 센서 연결 시도</a:t>
            </a:r>
            <a:r>
              <a:rPr lang="en-US" altLang="ko-KR" sz="1400" dirty="0"/>
              <a:t>, Disconnect</a:t>
            </a:r>
            <a:r>
              <a:rPr lang="ko-KR" altLang="en-US" sz="1400" dirty="0"/>
              <a:t>를 하였는데도 반복적으로 센서 연결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/>
              <a:t>기존 센서와 </a:t>
            </a:r>
            <a:r>
              <a:rPr lang="en-US" altLang="ko-KR" sz="1400" dirty="0"/>
              <a:t>Disconnect</a:t>
            </a:r>
            <a:r>
              <a:rPr lang="ko-KR" altLang="en-US" sz="1400" dirty="0"/>
              <a:t>가 되지 않은 상황 발생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0469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2AC7-2B06-B6B8-8B28-736FEF32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90C47-D0F9-BF1A-CB35-FA86CE24FBC4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앱 로그인 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2F3DC-3684-49F9-A566-9FFF5F0F40DD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2-1. </a:t>
            </a:r>
            <a:r>
              <a:rPr lang="ko-KR" altLang="en-US" sz="1400" b="1" dirty="0"/>
              <a:t>로그인 및 데이터 저장</a:t>
            </a:r>
            <a:endParaRPr lang="en-US" altLang="ko-KR" sz="1400" b="1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57EEC12-2EC3-7F39-FCF4-D2DA0FF9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79157"/>
              </p:ext>
            </p:extLst>
          </p:nvPr>
        </p:nvGraphicFramePr>
        <p:xfrm>
          <a:off x="692331" y="1280963"/>
          <a:ext cx="10998926" cy="488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474">
                  <a:extLst>
                    <a:ext uri="{9D8B030D-6E8A-4147-A177-3AD203B41FA5}">
                      <a16:colId xmlns:a16="http://schemas.microsoft.com/office/drawing/2014/main" val="142134364"/>
                    </a:ext>
                  </a:extLst>
                </a:gridCol>
                <a:gridCol w="5128334">
                  <a:extLst>
                    <a:ext uri="{9D8B030D-6E8A-4147-A177-3AD203B41FA5}">
                      <a16:colId xmlns:a16="http://schemas.microsoft.com/office/drawing/2014/main" val="1697799258"/>
                    </a:ext>
                  </a:extLst>
                </a:gridCol>
                <a:gridCol w="4251118">
                  <a:extLst>
                    <a:ext uri="{9D8B030D-6E8A-4147-A177-3AD203B41FA5}">
                      <a16:colId xmlns:a16="http://schemas.microsoft.com/office/drawing/2014/main" val="59891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77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로그인</a:t>
                      </a:r>
                      <a:r>
                        <a:rPr lang="en-US" altLang="ko-KR" sz="1400" dirty="0"/>
                        <a:t>(Sign In)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1.</a:t>
                      </a:r>
                      <a:r>
                        <a:rPr lang="ko-KR" altLang="en-US" sz="1400" dirty="0"/>
                        <a:t>생성된 </a:t>
                      </a:r>
                      <a:r>
                        <a:rPr lang="en-US" altLang="ko-KR" sz="1400" dirty="0"/>
                        <a:t>Account</a:t>
                      </a:r>
                      <a:r>
                        <a:rPr lang="ko-KR" altLang="en-US" sz="1400" dirty="0"/>
                        <a:t>에 따라 로그인 시도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(ID</a:t>
                      </a:r>
                      <a:r>
                        <a:rPr lang="ko-KR" altLang="en-US" sz="1400" dirty="0"/>
                        <a:t>는 이메일 사용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 In </a:t>
                      </a:r>
                      <a:r>
                        <a:rPr lang="ko-KR" altLang="en-US" sz="1400" dirty="0"/>
                        <a:t>에서 </a:t>
                      </a:r>
                      <a:r>
                        <a:rPr lang="en-US" altLang="ko-KR" sz="1400" dirty="0"/>
                        <a:t>Remember Me </a:t>
                      </a:r>
                      <a:r>
                        <a:rPr lang="ko-KR" altLang="en-US" sz="1400" dirty="0"/>
                        <a:t>기능 동작 하지 않음</a:t>
                      </a:r>
                      <a:r>
                        <a:rPr lang="en-US" altLang="ko-KR" sz="1400" dirty="0"/>
                        <a:t> (</a:t>
                      </a:r>
                      <a:r>
                        <a:rPr lang="ko-KR" altLang="en-US" sz="1400" dirty="0"/>
                        <a:t>기본값 </a:t>
                      </a:r>
                      <a:r>
                        <a:rPr lang="en-US" altLang="ko-KR" sz="1400" dirty="0" err="1"/>
                        <a:t>empecs</a:t>
                      </a:r>
                      <a:r>
                        <a:rPr lang="en-US" altLang="ko-KR" sz="1400" dirty="0"/>
                        <a:t>, pw: admin </a:t>
                      </a:r>
                      <a:r>
                        <a:rPr lang="ko-KR" altLang="en-US" sz="1400" dirty="0"/>
                        <a:t>값만 표시됨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2.</a:t>
                      </a:r>
                      <a:r>
                        <a:rPr lang="ko-KR" altLang="en-US" sz="1400" dirty="0"/>
                        <a:t>네트워크 끄고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이메일 로그인 접속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성공여부</a:t>
                      </a:r>
                      <a:r>
                        <a:rPr lang="en-US" altLang="ko-KR" sz="1400" dirty="0"/>
                        <a:t>?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성공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08184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3.</a:t>
                      </a:r>
                      <a:r>
                        <a:rPr lang="ko-KR" altLang="en-US" sz="1400" dirty="0"/>
                        <a:t>네트워크 끄고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로컬모드에서 </a:t>
                      </a:r>
                      <a:r>
                        <a:rPr lang="en-US" altLang="ko-KR" sz="1400" dirty="0"/>
                        <a:t> QR</a:t>
                      </a:r>
                      <a:r>
                        <a:rPr lang="ko-KR" altLang="en-US" sz="1400" dirty="0"/>
                        <a:t>센서 연결 및 측정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성공여부</a:t>
                      </a:r>
                      <a:r>
                        <a:rPr lang="en-US" altLang="ko-KR" sz="1400" dirty="0"/>
                        <a:t>?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성공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365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자동업로드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4.</a:t>
                      </a:r>
                      <a:r>
                        <a:rPr lang="ko-KR" altLang="en-US" sz="1400" dirty="0"/>
                        <a:t>네트워크 연결하여 로컬 데이터 서버전송여부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400" dirty="0" err="1"/>
                        <a:t>eqsn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기기식별번호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 err="1"/>
                        <a:t>sensorStartAt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센서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시작 시간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성공여부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8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733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GUSET LOGIN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서버로그인 없이 마지막 사용자 정보로 로그인 되는지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마지막 사용자 기록에 업데이트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78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게스트 로그는 로컬에만 데이터를 저장하는 모드로 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46225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IngestQueueService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게스트 또는 빈 토큰일 때 특정 테스트 계정으로 자동 로그인 방법 삭제 검토필요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기능 삭제 협의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133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 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 아웃을 하면 센서연결 끊고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기기 정보 삭제되고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다시 로그인 하면 자동으로 센서가 붙는지 여부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로그 아웃 후 재 로그인 시 센서 자동 연결 불가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2100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앱 삭제 후 재설치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데이터기록이 있는 앱을 지우고 재설치 후 로그인 할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프로필 정보 및 이전 혈당기록 호출되는지 여부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78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26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914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5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1556-ABAE-61DE-C42B-6BD712F5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A5A69-52D2-A542-4451-8505E80FC0BC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앱 로그인 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2EB31-4292-C2AD-B6D1-2708F79D3E88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2-1. </a:t>
            </a:r>
            <a:r>
              <a:rPr lang="ko-KR" altLang="en-US" sz="1400" b="1" dirty="0"/>
              <a:t>로그인 및 데이터 저장</a:t>
            </a:r>
            <a:endParaRPr lang="en-US" altLang="ko-KR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73471-BC2F-1343-BB07-305B8AE45459}"/>
              </a:ext>
            </a:extLst>
          </p:cNvPr>
          <p:cNvSpPr txBox="1"/>
          <p:nvPr/>
        </p:nvSpPr>
        <p:spPr>
          <a:xfrm>
            <a:off x="309709" y="1280963"/>
            <a:ext cx="11361421" cy="26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인터넷이 연결되지 않은 상황에서 회원가입을 진행 한 후 테스트를 진행</a:t>
            </a:r>
            <a:r>
              <a:rPr lang="en-US" altLang="ko-KR" sz="1400" dirty="0"/>
              <a:t>, </a:t>
            </a:r>
            <a:r>
              <a:rPr lang="ko-KR" altLang="en-US" sz="1400" dirty="0"/>
              <a:t>측정까지 완료 한 후 로그아웃을 하고 재 로그인을 하였을 때 정상적으로 로그인이 진행됨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로그 아웃 후</a:t>
            </a:r>
            <a:r>
              <a:rPr lang="en-US" altLang="ko-KR" sz="1400" dirty="0">
                <a:sym typeface="Wingdings" panose="05000000000000000000" pitchFamily="2" charset="2"/>
              </a:rPr>
              <a:t>, App </a:t>
            </a:r>
            <a:r>
              <a:rPr lang="ko-KR" altLang="en-US" sz="1400" dirty="0">
                <a:sym typeface="Wingdings" panose="05000000000000000000" pitchFamily="2" charset="2"/>
              </a:rPr>
              <a:t>삭제 후에도 정상적으로 로그인 진행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ym typeface="Wingdings" panose="05000000000000000000" pitchFamily="2" charset="2"/>
              </a:rPr>
              <a:t>문제 사항 </a:t>
            </a:r>
            <a:r>
              <a:rPr lang="en-US" altLang="ko-KR" sz="1400" b="1" dirty="0">
                <a:sym typeface="Wingdings" panose="05000000000000000000" pitchFamily="2" charset="2"/>
              </a:rPr>
              <a:t>1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인터넷이 연결되지 않은 상황에서 회원가입을 하지 않고 다른 이메일과 이메일 규격에 맞지 않는 정보를 입력하여도 정상적으로 로그인 진행</a:t>
            </a:r>
            <a:r>
              <a:rPr lang="en-US" altLang="ko-KR" sz="1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인터넷이 연결되었을 때는 이메일 가입이 되어있지 않거나 규격에 맞지 않는 정보를 입력하면 로그인 실패 표시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인터넷을 연결하지 않고</a:t>
            </a:r>
            <a:r>
              <a:rPr lang="en-US" altLang="ko-KR" sz="1400" dirty="0"/>
              <a:t> </a:t>
            </a:r>
            <a:r>
              <a:rPr lang="ko-KR" altLang="en-US" sz="1400" dirty="0"/>
              <a:t>회원가입을 하지 않은 아무 텍스트만 입력하여도 로그인이 진행되는 상황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75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417D-1630-5ED5-87B0-7F0ADC5D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48D344-BD26-D030-B14E-A1AF17A3C95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앱 로그인 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93EF3-61D0-0266-1D2B-0DF57837393F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2-2. </a:t>
            </a:r>
            <a:r>
              <a:rPr lang="ko-KR" altLang="en-US" sz="1400" b="1" dirty="0"/>
              <a:t>센서 측정 종료</a:t>
            </a:r>
            <a:endParaRPr lang="en-US" altLang="ko-KR" sz="1400" b="1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5C9109E-140D-47FC-63AC-53FB91E9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519098"/>
              </p:ext>
            </p:extLst>
          </p:nvPr>
        </p:nvGraphicFramePr>
        <p:xfrm>
          <a:off x="692331" y="1411998"/>
          <a:ext cx="10646229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42134364"/>
                    </a:ext>
                  </a:extLst>
                </a:gridCol>
                <a:gridCol w="4963886">
                  <a:extLst>
                    <a:ext uri="{9D8B030D-6E8A-4147-A177-3AD203B41FA5}">
                      <a16:colId xmlns:a16="http://schemas.microsoft.com/office/drawing/2014/main" val="169779925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9891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77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센서</a:t>
                      </a: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일 만료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일 만료 후 앱에서 </a:t>
                      </a:r>
                      <a:r>
                        <a:rPr lang="en-US" altLang="ko-KR" sz="1400" dirty="0"/>
                        <a:t>“</a:t>
                      </a:r>
                      <a:r>
                        <a:rPr lang="ko-KR" altLang="en-US" sz="1400" dirty="0"/>
                        <a:t>센서종료</a:t>
                      </a:r>
                      <a:r>
                        <a:rPr lang="en-US" altLang="ko-KR" sz="1400" dirty="0"/>
                        <a:t>“ </a:t>
                      </a:r>
                      <a:r>
                        <a:rPr lang="ko-KR" altLang="en-US" sz="1400" dirty="0"/>
                        <a:t>안내문 확인 여부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사용자가 앱에서 연결 해제 또는 앱에서 강제 종료 여부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센서에서 </a:t>
                      </a: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일 후 연결해제 시도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BLE </a:t>
                      </a:r>
                      <a:r>
                        <a:rPr lang="ko-KR" altLang="en-US" sz="1400" dirty="0"/>
                        <a:t>끊김 시 자동 알림이나 자동 재 연결 시도 되지 않기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중 종료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측정 중 센서에서 강제로 종료 할 경우 앱 반응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 err="1"/>
                        <a:t>시그널로스</a:t>
                      </a:r>
                      <a:r>
                        <a:rPr lang="ko-KR" altLang="en-US" sz="1400" dirty="0"/>
                        <a:t> 알림 있는지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자동 재 연결 시도하는지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센서에서 종료 할 경우 앱에서 강제 </a:t>
                      </a:r>
                      <a:r>
                        <a:rPr lang="en-US" altLang="ko-KR" sz="1400" dirty="0"/>
                        <a:t>disconnect</a:t>
                      </a:r>
                      <a:r>
                        <a:rPr lang="ko-KR" altLang="en-US" sz="1400" dirty="0"/>
                        <a:t>기능과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908184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365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8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733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78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46225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1334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2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2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403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1E79-5411-4B21-1A37-E035FDDE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B325CD-B085-9672-F3F6-51B3CB080495}"/>
              </a:ext>
            </a:extLst>
          </p:cNvPr>
          <p:cNvSpPr txBox="1"/>
          <p:nvPr/>
        </p:nvSpPr>
        <p:spPr>
          <a:xfrm>
            <a:off x="309710" y="280384"/>
            <a:ext cx="415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앱 로그인 관련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6BE69-1423-EA32-B073-420F3CCFA892}"/>
              </a:ext>
            </a:extLst>
          </p:cNvPr>
          <p:cNvSpPr txBox="1"/>
          <p:nvPr/>
        </p:nvSpPr>
        <p:spPr>
          <a:xfrm>
            <a:off x="309709" y="811451"/>
            <a:ext cx="805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2-3. </a:t>
            </a:r>
            <a:r>
              <a:rPr lang="ko-KR" altLang="en-US" sz="1400" b="1" dirty="0"/>
              <a:t>센서 측정 종료 방법</a:t>
            </a:r>
            <a:endParaRPr lang="en-US" altLang="ko-KR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12A76E-DA40-026B-FF7D-CFF20A75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120" y="1280963"/>
            <a:ext cx="1707422" cy="35125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1F7351-8D66-68FC-CA26-1DDC4592E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120" y="4572870"/>
            <a:ext cx="1707869" cy="16354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88A0FC-E11B-CEAA-2A56-28B45868F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673" y="6001092"/>
            <a:ext cx="1707869" cy="31241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82CA2AC-632B-CA36-7B70-BD4ED4FD6232}"/>
              </a:ext>
            </a:extLst>
          </p:cNvPr>
          <p:cNvSpPr/>
          <p:nvPr/>
        </p:nvSpPr>
        <p:spPr>
          <a:xfrm>
            <a:off x="3161609" y="6102750"/>
            <a:ext cx="547797" cy="88592"/>
          </a:xfrm>
          <a:prstGeom prst="rect">
            <a:avLst/>
          </a:prstGeom>
          <a:solidFill>
            <a:srgbClr val="7BB177"/>
          </a:solidFill>
          <a:ln>
            <a:solidFill>
              <a:srgbClr val="7BB1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OK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6E7B542-AAAC-ACDC-EB16-0C0475738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642" y="1483752"/>
            <a:ext cx="2166767" cy="4457537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3D3CF7A-2A8F-A1AC-9E8B-7B5E7F394546}"/>
              </a:ext>
            </a:extLst>
          </p:cNvPr>
          <p:cNvSpPr/>
          <p:nvPr/>
        </p:nvSpPr>
        <p:spPr>
          <a:xfrm>
            <a:off x="4394798" y="3650425"/>
            <a:ext cx="361606" cy="1618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142BB-60DF-87E1-25B2-FDD7979C1419}"/>
              </a:ext>
            </a:extLst>
          </p:cNvPr>
          <p:cNvSpPr txBox="1"/>
          <p:nvPr/>
        </p:nvSpPr>
        <p:spPr>
          <a:xfrm>
            <a:off x="7077647" y="2844621"/>
            <a:ext cx="5273385" cy="1441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15</a:t>
            </a:r>
            <a:r>
              <a:rPr lang="ko-KR" altLang="en-US" sz="1200" b="1" dirty="0"/>
              <a:t>일 이후 센서 종료 화면 구성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15</a:t>
            </a:r>
            <a:r>
              <a:rPr lang="ko-KR" altLang="en-US" sz="1200" dirty="0"/>
              <a:t>일이 지난 후 센서와의 연결을 해제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좌측의 이미지와 같이 </a:t>
            </a:r>
            <a:r>
              <a:rPr lang="en-US" altLang="ko-KR" sz="1200" dirty="0"/>
              <a:t>[How to remove]</a:t>
            </a:r>
            <a:r>
              <a:rPr lang="ko-KR" altLang="en-US" sz="1200" dirty="0"/>
              <a:t>의 센서 제거 가이드를 표시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센서 가이드를 스크롤 하여 내리면 </a:t>
            </a:r>
            <a:r>
              <a:rPr lang="en-US" altLang="ko-KR" sz="1200" dirty="0"/>
              <a:t>[OK] </a:t>
            </a:r>
            <a:r>
              <a:rPr lang="ko-KR" altLang="en-US" sz="1200" dirty="0"/>
              <a:t>버튼이 위치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[OK] </a:t>
            </a:r>
            <a:r>
              <a:rPr lang="ko-KR" altLang="en-US" sz="1200" dirty="0"/>
              <a:t>버튼을 터치하게 되면 우측의 이미지와 같이 메인 화면으로 이동</a:t>
            </a: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C8C69C-586F-4B5C-90D7-9C24678F8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" y="1545055"/>
            <a:ext cx="2166768" cy="445753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DB7EC42-66B1-FA16-78AB-B3F52ECED134}"/>
              </a:ext>
            </a:extLst>
          </p:cNvPr>
          <p:cNvSpPr/>
          <p:nvPr/>
        </p:nvSpPr>
        <p:spPr>
          <a:xfrm>
            <a:off x="2255258" y="3650425"/>
            <a:ext cx="361606" cy="1618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641BAF3-E6A6-0D54-60D7-FEA04F87E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21" y="1828799"/>
            <a:ext cx="1002255" cy="1480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A4E9AA-1FDE-06ED-1984-FE6DEEF4A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21" y="2018786"/>
            <a:ext cx="520366" cy="48363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70459F3-6CC7-C289-DD66-40957878FF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14" y="4491017"/>
            <a:ext cx="2166768" cy="605007"/>
          </a:xfrm>
          <a:prstGeom prst="rect">
            <a:avLst/>
          </a:prstGeom>
        </p:spPr>
      </p:pic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5581D56-918B-7B84-F724-AED15095166D}"/>
              </a:ext>
            </a:extLst>
          </p:cNvPr>
          <p:cNvSpPr/>
          <p:nvPr/>
        </p:nvSpPr>
        <p:spPr>
          <a:xfrm>
            <a:off x="381000" y="3503790"/>
            <a:ext cx="1709831" cy="321453"/>
          </a:xfrm>
          <a:custGeom>
            <a:avLst/>
            <a:gdLst>
              <a:gd name="csX0" fmla="*/ 0 w 1709831"/>
              <a:gd name="csY0" fmla="*/ 283350 h 321453"/>
              <a:gd name="csX1" fmla="*/ 83820 w 1709831"/>
              <a:gd name="csY1" fmla="*/ 9030 h 321453"/>
              <a:gd name="csX2" fmla="*/ 198120 w 1709831"/>
              <a:gd name="csY2" fmla="*/ 321450 h 321453"/>
              <a:gd name="csX3" fmla="*/ 342900 w 1709831"/>
              <a:gd name="csY3" fmla="*/ 1410 h 321453"/>
              <a:gd name="csX4" fmla="*/ 518160 w 1709831"/>
              <a:gd name="csY4" fmla="*/ 199530 h 321453"/>
              <a:gd name="csX5" fmla="*/ 1226820 w 1709831"/>
              <a:gd name="csY5" fmla="*/ 77610 h 321453"/>
              <a:gd name="csX6" fmla="*/ 1638300 w 1709831"/>
              <a:gd name="csY6" fmla="*/ 184290 h 321453"/>
              <a:gd name="csX7" fmla="*/ 1706880 w 1709831"/>
              <a:gd name="csY7" fmla="*/ 199530 h 321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09831" h="321453">
                <a:moveTo>
                  <a:pt x="0" y="283350"/>
                </a:moveTo>
                <a:cubicBezTo>
                  <a:pt x="25400" y="143015"/>
                  <a:pt x="50800" y="2680"/>
                  <a:pt x="83820" y="9030"/>
                </a:cubicBezTo>
                <a:cubicBezTo>
                  <a:pt x="116840" y="15380"/>
                  <a:pt x="154940" y="322720"/>
                  <a:pt x="198120" y="321450"/>
                </a:cubicBezTo>
                <a:cubicBezTo>
                  <a:pt x="241300" y="320180"/>
                  <a:pt x="289560" y="21730"/>
                  <a:pt x="342900" y="1410"/>
                </a:cubicBezTo>
                <a:cubicBezTo>
                  <a:pt x="396240" y="-18910"/>
                  <a:pt x="370840" y="186830"/>
                  <a:pt x="518160" y="199530"/>
                </a:cubicBezTo>
                <a:cubicBezTo>
                  <a:pt x="665480" y="212230"/>
                  <a:pt x="1040130" y="80150"/>
                  <a:pt x="1226820" y="77610"/>
                </a:cubicBezTo>
                <a:cubicBezTo>
                  <a:pt x="1413510" y="75070"/>
                  <a:pt x="1558290" y="163970"/>
                  <a:pt x="1638300" y="184290"/>
                </a:cubicBezTo>
                <a:cubicBezTo>
                  <a:pt x="1718310" y="204610"/>
                  <a:pt x="1712595" y="202070"/>
                  <a:pt x="1706880" y="199530"/>
                </a:cubicBez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62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5269</TotalTime>
  <Words>963</Words>
  <Application>Microsoft Office PowerPoint</Application>
  <PresentationFormat>와이드스크린</PresentationFormat>
  <Paragraphs>99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Medisign CG21 어플 검수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기창 이</dc:creator>
  <cp:lastModifiedBy>기창 이</cp:lastModifiedBy>
  <cp:revision>470</cp:revision>
  <dcterms:created xsi:type="dcterms:W3CDTF">2026-03-05T02:15:40Z</dcterms:created>
  <dcterms:modified xsi:type="dcterms:W3CDTF">2026-04-08T06:10:14Z</dcterms:modified>
</cp:coreProperties>
</file>